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Cholécalciférol — فيتامين D3 1000 وحدة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الاستطباب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ميكانيكية العمل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الجرعة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السلامة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البيانات السريرية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الرسالة الرئيسية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الاستطباب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أشكال الاستطباب المعتمدة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نقص فيتامين D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الوقاية من هشاشة العظام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الرخد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المرضى المستهدفون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الأشخاص الذين يعانون من نقص فيتامين D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المرضى الذين يعانون من هشاشة العظام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الأطفال الذين يعانون من الرخد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ميكانيكية العمل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يتم تحويل الكولي كالسي فيرول في الكبد إلى 25-OH-D3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يتم تحويل 25-OH-D3 في الكلى إلى 1,25-(OH)2-D3 (كالسيتريول)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ينظم امتصاص الكالسيوم والفوسفور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الجرعة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السكان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الجرعة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التكرار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البالغون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حبة/يوم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يوميا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الأطفال أكبر من 12 سنة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حبة/يوم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يوميا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كبار السن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 حبة/يوم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يوميا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النساء الحوامل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استشارة الطبيب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السلامة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الاستخدامات الممنوعة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فرط الكالسيوم في الدم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عدم كفاية الكلى الشديدة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فرط الحساسية للكولي كالسي فيرول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الأعراض الجانبية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غثيان نادر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فرط الكالسيوم في البول عند الجرعات العالية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البيانات السريرية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23% انخفاض في خطر الكسور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البالغون أكبر من 60 سنة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33375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 ألف مريض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280160" y="44348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ميتا تحليل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الرسالة الرئيسية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يقلل فيرسانج من خطر الكسور بنسبة 23% عند البالغين أكبر من 60 سنة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يقلل من خطر الكسور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يحسن صحة العظام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مستحسن لجميع الأعمار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