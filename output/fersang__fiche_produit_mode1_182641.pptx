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Récapitulatif de la session de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Récapitulatif de session — Représentant médical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Scores de la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Analyse 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Analyse des objections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Recommandations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À retenir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Scores de la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Compétence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Statut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Analyse XAI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Points forts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Points faibles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Analyse des objections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Recommandations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À retenir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