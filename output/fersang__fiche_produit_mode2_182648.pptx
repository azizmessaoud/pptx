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Fersang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Cholécalciférol — Vitamine D3 1000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Indication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Mécanisme d'action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Posologie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Sécurité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Données cliniques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943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Message clé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989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731520" y="6583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Indication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Indications approuvées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Carence en vitamine D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Prévention de l'ostéoporose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Rachitisme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Profil patient cible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Adultes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Enfants &gt;12 ans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Personnes âgées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Femmes enceintes (sous surveillance médicale)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Mécanisme d'action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Cholécalciférol est converti dans le foie en 25-OH-D3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5968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Puis dans les reins en 1,25-(OH)2-D3 (calcitriol)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306552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Régule l'absorption du calcium et du phosphore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9184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407136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Posologie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Dose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3956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Fréquence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Adultes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comprimé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3956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fois par jour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Enfants &gt;12 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comprimé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3956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fois par jour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Personnes âgées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7738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 comprimés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3956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fois par jour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Femmes enceintes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738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Consulter un médecin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56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Sécurité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Contre-indications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Hypercalcémie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Insuffisance rénale sévère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Hypersensibilité au cholécalciférol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Effets indésirables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Nausées (rares)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Hypercalciurie à fortes doses (rares)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Données cliniques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Réduit le risque de fracture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280160" y="224028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Supplémentation en D3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0604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1280160" y="333756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8328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Adultes &gt;60 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0332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1280160" y="443484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Méta-analyse 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0060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Message clé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Fersang réduit le risque de fracture de 23% chez les adultes &gt;60 ans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Prévention de l'ostéoporose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Traitement de la carence en vitamine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Supplémentation en D3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