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Fersang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Cholécalciférol — Vitamine D3 1000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Indication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Mechanism of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Dosage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Clinical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943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989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731520" y="6583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Indication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Approved Indications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Vitamin D deficiency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Prevention of osteoporosis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Rickets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Target Patient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Adults with vitamin D deficiency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Elderly at risk of osteoporosis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Children with rickets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Mechanism of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Cholécalciférol is converted to 25-OH-D3 in the 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5968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25-OH-D3 is converted to 1,25-(OH)2-D3 (calcitriol) in the kidneys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306552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Regulates calcium and phosphorus absorption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4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407136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Dosage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Dose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3956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Frequency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Adults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tablet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3956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1/day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Children &gt;12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tablet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3956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1/day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Elderly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7738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 tablets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3956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1/day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Pregnant women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738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Consult a doctor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Contraindications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Hypercalcemia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Severe renal insufficiency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Hypersensitivity to cholécalciférol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Side Effects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Nausea (rare)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Hypercalciuria at high doses (rare)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Clinical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Reduces fracture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280160" y="224028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23% risk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0604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1280160" y="333756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Adults &gt;60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0332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1280160" y="443484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Meta-analysis 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0060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Key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Fersang reduces fracture risk in adults over 60.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Vitamin D3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Reduces fracture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For adults over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