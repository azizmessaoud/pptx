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Resumen de sesión — Fersang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Resumen de sesión — Nombre del representante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Puntuaciones de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Análisis 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Análisis de objeciones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Recomendaciones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Para recordar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Puntuaciones de sesión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Competencia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Puntuación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Estado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Análisis XAI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Ventajas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Eficaz en la prevención de la osteoporosis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Reducción del riesgo de fracturas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Desventajas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Riesgo de hipercalemia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Contraindicado en insuficiencia renal severa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Análisis de objeciones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Objeción: Costo → Error: No considerar los beneficios a largo plazo → Corrección: Destacar la eficacia y la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5968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Objeción: Eficacia → Error: No considerar la evidencia clínica → Corrección: Presentar la meta-análisis de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306552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Conocer la dosis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1051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280160" y="260604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Identificar contraindicaciones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71800"/>
            <a:ext cx="6309360" cy="1051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280160" y="406908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1605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Destacar beneficios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34840"/>
            <a:ext cx="6309360" cy="1051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Para recordar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Fersang es eficaz en la prevención de la osteoporosis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Dosificar correctamente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Conocer las contraindicaciones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Destacar la eficacia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